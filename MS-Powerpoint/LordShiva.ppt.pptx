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2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6E27823-C52E-4B12-9238-7B9D0019014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9799389-E671-450D-A964-BBA08ADBCEAA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72" y="2357430"/>
            <a:ext cx="5072098" cy="3714776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It is celebrated on 14</a:t>
            </a:r>
            <a:r>
              <a:rPr lang="en-US" sz="2800" baseline="30000" dirty="0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th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 night of the dark fortnight in the Hindu month of </a:t>
            </a:r>
            <a:r>
              <a:rPr lang="en-US" sz="2800" dirty="0" err="1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Phalguna</a:t>
            </a:r>
            <a:endParaRPr lang="en-US" sz="2800" dirty="0" smtClean="0">
              <a:solidFill>
                <a:schemeClr val="accent2">
                  <a:lumMod val="50000"/>
                </a:schemeClr>
              </a:solidFill>
              <a:latin typeface="Adobe Garamond Pro Bold" pitchFamily="18" charset="0"/>
            </a:endParaRPr>
          </a:p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Devotees observe fasting and offers prayers to honor Lord Shiva</a:t>
            </a:r>
            <a:endParaRPr lang="en-US" sz="2800" dirty="0">
              <a:solidFill>
                <a:schemeClr val="accent2">
                  <a:lumMod val="50000"/>
                </a:schemeClr>
              </a:solidFill>
              <a:latin typeface="Adobe Garamond Pro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00043"/>
            <a:ext cx="7772400" cy="1571635"/>
          </a:xfrm>
        </p:spPr>
        <p:txBody>
          <a:bodyPr>
            <a:normAutofit/>
          </a:bodyPr>
          <a:lstStyle/>
          <a:p>
            <a:r>
              <a:rPr lang="en-US" u="sng" dirty="0" err="1" smtClean="0">
                <a:latin typeface="Algerian" pitchFamily="82" charset="0"/>
              </a:rPr>
              <a:t>MAHA</a:t>
            </a:r>
            <a:r>
              <a:rPr lang="en-US" u="sng" dirty="0" smtClean="0">
                <a:latin typeface="Algerian" pitchFamily="82" charset="0"/>
              </a:rPr>
              <a:t> </a:t>
            </a:r>
            <a:r>
              <a:rPr lang="en-US" u="sng" dirty="0" err="1" smtClean="0">
                <a:latin typeface="Algerian" pitchFamily="82" charset="0"/>
              </a:rPr>
              <a:t>SHIVRATRI</a:t>
            </a:r>
            <a:r>
              <a:rPr lang="en-US" u="sng" dirty="0" smtClean="0">
                <a:latin typeface="Algerian" pitchFamily="82" charset="0"/>
              </a:rPr>
              <a:t>-The </a:t>
            </a:r>
            <a:r>
              <a:rPr lang="en-US" u="sng" dirty="0" err="1" smtClean="0">
                <a:latin typeface="Algerian" pitchFamily="82" charset="0"/>
              </a:rPr>
              <a:t>Geat</a:t>
            </a:r>
            <a:r>
              <a:rPr lang="en-US" u="sng" dirty="0" smtClean="0">
                <a:latin typeface="Algerian" pitchFamily="82" charset="0"/>
              </a:rPr>
              <a:t>  night of Lord Shiva</a:t>
            </a:r>
            <a:endParaRPr lang="en-US" u="sng" dirty="0">
              <a:latin typeface="Algerian" pitchFamily="82" charset="0"/>
            </a:endParaRPr>
          </a:p>
        </p:txBody>
      </p:sp>
      <p:pic>
        <p:nvPicPr>
          <p:cNvPr id="4" name="Picture 3" descr="91099066 (2).jpg"/>
          <p:cNvPicPr>
            <a:picLocks noChangeAspect="1"/>
          </p:cNvPicPr>
          <p:nvPr/>
        </p:nvPicPr>
        <p:blipFill>
          <a:blip r:embed="rId2">
            <a:lum contrast="40000"/>
          </a:blip>
          <a:stretch>
            <a:fillRect/>
          </a:stretch>
        </p:blipFill>
        <p:spPr>
          <a:xfrm>
            <a:off x="5286380" y="2714620"/>
            <a:ext cx="3476652" cy="37964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isometricOffAxis1Righ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52" y="2928934"/>
            <a:ext cx="6843738" cy="3143272"/>
          </a:xfrm>
        </p:spPr>
        <p:txBody>
          <a:bodyPr>
            <a:noAutofit/>
          </a:bodyPr>
          <a:lstStyle/>
          <a:p>
            <a:r>
              <a:rPr lang="en-US" sz="4000" cap="none" dirty="0" err="1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Maha</a:t>
            </a:r>
            <a:r>
              <a:rPr lang="en-US" sz="4000" cap="none" dirty="0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 </a:t>
            </a:r>
            <a:r>
              <a:rPr lang="en-US" sz="4000" cap="none" dirty="0" err="1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shivratri</a:t>
            </a:r>
            <a:r>
              <a:rPr lang="en-US" sz="4000" cap="none" dirty="0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 marks the divine marriage of lord </a:t>
            </a:r>
            <a:r>
              <a:rPr lang="en-US" sz="4000" cap="none" dirty="0" err="1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shiva</a:t>
            </a:r>
            <a:r>
              <a:rPr lang="en-US" sz="4000" cap="none" dirty="0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 and goddess </a:t>
            </a:r>
            <a:r>
              <a:rPr lang="en-US" sz="4000" cap="none" dirty="0" err="1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parvati</a:t>
            </a:r>
            <a:r>
              <a:rPr lang="en-US" sz="4000" dirty="0" smtClean="0">
                <a:solidFill>
                  <a:schemeClr val="accent2">
                    <a:lumMod val="50000"/>
                  </a:schemeClr>
                </a:solidFill>
                <a:latin typeface="Adobe Garamond Pro Bold" pitchFamily="18" charset="0"/>
              </a:rPr>
              <a:t>.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Adobe Garamond Pro Bol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571480"/>
            <a:ext cx="7772400" cy="1470025"/>
          </a:xfrm>
        </p:spPr>
        <p:txBody>
          <a:bodyPr>
            <a:normAutofit/>
          </a:bodyPr>
          <a:lstStyle/>
          <a:p>
            <a:r>
              <a:rPr lang="en-US" sz="5400" dirty="0" smtClean="0">
                <a:latin typeface="Adobe Caslon Pro Bold" pitchFamily="18" charset="0"/>
              </a:rPr>
              <a:t>Legends Behind </a:t>
            </a:r>
            <a:r>
              <a:rPr lang="en-US" sz="5400" dirty="0" err="1" smtClean="0">
                <a:latin typeface="Adobe Caslon Pro Bold" pitchFamily="18" charset="0"/>
              </a:rPr>
              <a:t>Shivratri</a:t>
            </a:r>
            <a:endParaRPr lang="en-US" sz="5400" dirty="0">
              <a:latin typeface="Adobe Caslon Pro Bold" pitchFamily="18" charset="0"/>
            </a:endParaRPr>
          </a:p>
        </p:txBody>
      </p:sp>
    </p:spTree>
  </p:cSld>
  <p:clrMapOvr>
    <a:masterClrMapping/>
  </p:clrMapOvr>
  <p:transition advClick="0"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71744"/>
            <a:ext cx="6772300" cy="4857784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</a:rPr>
              <a:t>The night of </a:t>
            </a:r>
            <a:r>
              <a:rPr lang="en-US" sz="2800" dirty="0" err="1" smtClean="0">
                <a:solidFill>
                  <a:schemeClr val="accent2">
                    <a:lumMod val="50000"/>
                  </a:schemeClr>
                </a:solidFill>
              </a:rPr>
              <a:t>MahaShivratri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</a:rPr>
              <a:t> is meant for self reflection and meditation .</a:t>
            </a:r>
          </a:p>
          <a:p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</a:rPr>
              <a:t>It reminds us to destroy negativity  and embrace peace and truth</a:t>
            </a:r>
            <a:endParaRPr lang="en-US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8605"/>
            <a:ext cx="7772400" cy="2000263"/>
          </a:xfrm>
        </p:spPr>
        <p:txBody>
          <a:bodyPr>
            <a:normAutofit fontScale="90000"/>
          </a:bodyPr>
          <a:lstStyle/>
          <a:p>
            <a:r>
              <a:rPr lang="en-US" sz="6600" dirty="0" smtClean="0"/>
              <a:t>Spiritual Significance</a:t>
            </a:r>
            <a:endParaRPr lang="en-US" sz="6600" dirty="0"/>
          </a:p>
        </p:txBody>
      </p:sp>
    </p:spTree>
  </p:cSld>
  <p:clrMapOvr>
    <a:masterClrMapping/>
  </p:clrMapOvr>
  <p:transition advClick="0"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654428"/>
          </a:xfrm>
        </p:spPr>
        <p:txBody>
          <a:bodyPr>
            <a:normAutofit/>
          </a:bodyPr>
          <a:lstStyle/>
          <a:p>
            <a:r>
              <a:rPr lang="en-US" sz="7200" dirty="0" smtClean="0">
                <a:latin typeface="Agency FB" pitchFamily="34" charset="0"/>
              </a:rPr>
              <a:t>Thank you!</a:t>
            </a:r>
            <a:endParaRPr lang="en-US" sz="7200" dirty="0">
              <a:latin typeface="Agency FB" pitchFamily="34" charset="0"/>
            </a:endParaRPr>
          </a:p>
        </p:txBody>
      </p:sp>
    </p:spTree>
  </p:cSld>
  <p:clrMapOvr>
    <a:masterClrMapping/>
  </p:clrMapOvr>
  <p:transition advClick="0" advTm="3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27</TotalTime>
  <Words>77</Words>
  <Application>Microsoft Office PowerPoint</Application>
  <PresentationFormat>On-screen Show (4:3)</PresentationFormat>
  <Paragraphs>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Civic</vt:lpstr>
      <vt:lpstr>MAHA SHIVRATRI-The Geat  night of Lord Shiva</vt:lpstr>
      <vt:lpstr>Legends Behind Shivratri</vt:lpstr>
      <vt:lpstr>Spiritual Significance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MAHA SHIVRATRI-The Geat  night of Lord Shiva</dc:title>
  <dc:creator>satish</dc:creator>
  <cp:lastModifiedBy>satish</cp:lastModifiedBy>
  <cp:revision>3</cp:revision>
  <dcterms:created xsi:type="dcterms:W3CDTF">2026-02-17T13:22:55Z</dcterms:created>
  <dcterms:modified xsi:type="dcterms:W3CDTF">2026-02-17T13:50:34Z</dcterms:modified>
</cp:coreProperties>
</file>